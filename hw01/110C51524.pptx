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71"/>
  </p:normalViewPr>
  <p:slideViewPr>
    <p:cSldViewPr snapToGrid="0">
      <p:cViewPr varScale="1">
        <p:scale>
          <a:sx n="90" d="100"/>
          <a:sy n="90" d="100"/>
        </p:scale>
        <p:origin x="23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6873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36067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kumimoji="1"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7893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56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64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3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598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527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284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740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331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7B945CD-59B8-CA48-9119-F5B35BA8F126}" type="datetimeFigureOut">
              <a:rPr kumimoji="1" lang="zh-TW" altLang="en-US" smtClean="0"/>
              <a:t>2022/11/4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kumimoji="1" lang="zh-TW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DAE3054-80BF-AF49-AD2D-D67A39CB84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090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2D90A41-D20F-BB29-2153-8DC0894241C8}"/>
              </a:ext>
            </a:extLst>
          </p:cNvPr>
          <p:cNvSpPr txBox="1"/>
          <p:nvPr/>
        </p:nvSpPr>
        <p:spPr>
          <a:xfrm>
            <a:off x="1829329" y="1691194"/>
            <a:ext cx="81618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800" dirty="0">
                <a:solidFill>
                  <a:srgbClr val="202124"/>
                </a:solidFill>
                <a:latin typeface="Heiti SC Medium" pitchFamily="2" charset="-128"/>
                <a:ea typeface="Heiti SC Medium" pitchFamily="2" charset="-128"/>
              </a:rPr>
              <a:t>兩隻</a:t>
            </a:r>
            <a:r>
              <a:rPr lang="zh-TW" altLang="en-US" sz="4800" b="0" i="0" dirty="0">
                <a:solidFill>
                  <a:srgbClr val="202124"/>
                </a:solidFill>
                <a:effectLst/>
                <a:latin typeface="Heiti SC Medium" pitchFamily="2" charset="-128"/>
                <a:ea typeface="Heiti SC Medium" pitchFamily="2" charset="-128"/>
              </a:rPr>
              <a:t>老虎 兩隻老虎</a:t>
            </a:r>
            <a:br>
              <a:rPr lang="zh-TW" altLang="en-US" sz="4800" dirty="0">
                <a:latin typeface="Heiti SC Medium" pitchFamily="2" charset="-128"/>
                <a:ea typeface="Heiti SC Medium" pitchFamily="2" charset="-128"/>
              </a:rPr>
            </a:br>
            <a:r>
              <a:rPr lang="zh-TW" altLang="en-US" sz="4800" b="0" i="0" dirty="0">
                <a:solidFill>
                  <a:srgbClr val="202124"/>
                </a:solidFill>
                <a:effectLst/>
                <a:latin typeface="Heiti SC Medium" pitchFamily="2" charset="-128"/>
                <a:ea typeface="Heiti SC Medium" pitchFamily="2" charset="-128"/>
              </a:rPr>
              <a:t>跑得快 跑得快</a:t>
            </a:r>
            <a:br>
              <a:rPr lang="zh-TW" altLang="en-US" sz="4800" dirty="0">
                <a:latin typeface="Heiti SC Medium" pitchFamily="2" charset="-128"/>
                <a:ea typeface="Heiti SC Medium" pitchFamily="2" charset="-128"/>
              </a:rPr>
            </a:br>
            <a:r>
              <a:rPr lang="zh-TW" altLang="en-US" sz="4800" dirty="0">
                <a:solidFill>
                  <a:srgbClr val="202124"/>
                </a:solidFill>
                <a:latin typeface="Heiti SC Medium" pitchFamily="2" charset="-128"/>
                <a:ea typeface="Heiti SC Medium" pitchFamily="2" charset="-128"/>
              </a:rPr>
              <a:t>一隻沒</a:t>
            </a:r>
            <a:r>
              <a:rPr lang="zh-TW" altLang="en-US" sz="4800" b="0" i="0" dirty="0">
                <a:solidFill>
                  <a:srgbClr val="202124"/>
                </a:solidFill>
                <a:effectLst/>
                <a:latin typeface="Heiti SC Medium" pitchFamily="2" charset="-128"/>
                <a:ea typeface="Heiti SC Medium" pitchFamily="2" charset="-128"/>
              </a:rPr>
              <a:t>有</a:t>
            </a:r>
            <a:r>
              <a:rPr lang="zh-TW" altLang="en-US" sz="4800" b="0" i="0" dirty="0">
                <a:solidFill>
                  <a:srgbClr val="202124"/>
                </a:solidFill>
                <a:effectLst/>
                <a:latin typeface="Heiti SC Medium" pitchFamily="2" charset="-128"/>
                <a:ea typeface="Heiti SC Medium" pitchFamily="2" charset="-128"/>
              </a:rPr>
              <a:t>耳朵 一隻沒有尾巴</a:t>
            </a:r>
            <a:br>
              <a:rPr lang="zh-TW" altLang="en-US" sz="4800" dirty="0">
                <a:latin typeface="Heiti SC Medium" pitchFamily="2" charset="-128"/>
                <a:ea typeface="Heiti SC Medium" pitchFamily="2" charset="-128"/>
              </a:rPr>
            </a:br>
            <a:r>
              <a:rPr lang="zh-TW" altLang="en-US" sz="4800" b="0" i="0" dirty="0">
                <a:solidFill>
                  <a:srgbClr val="202124"/>
                </a:solidFill>
                <a:effectLst/>
                <a:latin typeface="Heiti SC Medium" pitchFamily="2" charset="-128"/>
                <a:ea typeface="Heiti SC Medium" pitchFamily="2" charset="-128"/>
              </a:rPr>
              <a:t>真奇怪 真奇怪</a:t>
            </a:r>
            <a:endParaRPr lang="zh-TW" altLang="en-US" sz="4800" dirty="0">
              <a:latin typeface="Heiti SC Medium" pitchFamily="2" charset="-128"/>
              <a:ea typeface="Heiti SC Medium" pitchFamily="2" charset="-128"/>
            </a:endParaRPr>
          </a:p>
        </p:txBody>
      </p:sp>
      <p:pic>
        <p:nvPicPr>
          <p:cNvPr id="1026" name="Picture 2" descr="光遇两只老虎曲谱_光遇两只老虎爱跳舞钢琴谱_讯喵喵">
            <a:extLst>
              <a:ext uri="{FF2B5EF4-FFF2-40B4-BE49-F238E27FC236}">
                <a16:creationId xmlns:a16="http://schemas.microsoft.com/office/drawing/2014/main" id="{B5C71E67-2D2F-6C3F-F5ED-1804AFE37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481" y="4024312"/>
            <a:ext cx="5034519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B955452-F125-3F6F-618A-C58606A244CD}"/>
              </a:ext>
            </a:extLst>
          </p:cNvPr>
          <p:cNvSpPr txBox="1"/>
          <p:nvPr/>
        </p:nvSpPr>
        <p:spPr>
          <a:xfrm>
            <a:off x="1829329" y="367755"/>
            <a:ext cx="6829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8000" dirty="0">
                <a:latin typeface="Arial" panose="020B0604020202020204" pitchFamily="34" charset="0"/>
                <a:ea typeface="Heiti SC Medium" pitchFamily="2" charset="-128"/>
                <a:cs typeface="Arial" panose="020B0604020202020204" pitchFamily="34" charset="0"/>
              </a:rPr>
              <a:t>兩隻老虎</a:t>
            </a:r>
          </a:p>
        </p:txBody>
      </p:sp>
    </p:spTree>
    <p:extLst>
      <p:ext uri="{BB962C8B-B14F-4D97-AF65-F5344CB8AC3E}">
        <p14:creationId xmlns:p14="http://schemas.microsoft.com/office/powerpoint/2010/main" val="1620926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木刻字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刻字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刻字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{F600B961-F285-7B4B-948F-435FF2958DD5}tf10001070</Template>
  <TotalTime>10</TotalTime>
  <Words>30</Words>
  <Application>Microsoft Macintosh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Heiti SC Medium</vt:lpstr>
      <vt:lpstr>Heiti SC Medium</vt:lpstr>
      <vt:lpstr>Arial</vt:lpstr>
      <vt:lpstr>Calibri</vt:lpstr>
      <vt:lpstr>Rockwell</vt:lpstr>
      <vt:lpstr>Rockwell Condensed</vt:lpstr>
      <vt:lpstr>Rockwell Extra Bold</vt:lpstr>
      <vt:lpstr>Wingdings</vt:lpstr>
      <vt:lpstr>木刻字型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顏秀穎</dc:creator>
  <cp:lastModifiedBy>顏秀穎</cp:lastModifiedBy>
  <cp:revision>2</cp:revision>
  <dcterms:created xsi:type="dcterms:W3CDTF">2022-11-04T12:55:57Z</dcterms:created>
  <dcterms:modified xsi:type="dcterms:W3CDTF">2022-11-04T13:06:23Z</dcterms:modified>
</cp:coreProperties>
</file>